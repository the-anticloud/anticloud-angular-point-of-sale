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https://github.com/nicedoc/angular-point-of-sale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anticloud-angular-point-of-sale</a:t>
            </a:r>
          </a:p>
          <a:p>
            <a:r>
              <a:rPr sz="1400"/>
              <a:t>anticloud-angular-point-of-sale --offline --pax-local</a:t>
            </a:r>
          </a:p>
          <a:p>
            <a:r>
              <a:rPr sz="1400"/>
              <a:t>anticloud-angular-point-of-sale --aioss-log ./ledger.jsonl</a:t>
            </a:r>
          </a:p>
          <a:p>
            <a:r>
              <a:rPr sz="1400"/>
              <a:t>./angular_point_of_sale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
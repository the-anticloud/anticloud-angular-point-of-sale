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ANGULAR_POINT_OF_SALE | Category: POS_SYSTEMS</a:t>
            </a:r>
          </a:p>
          <a:p>
            <a:r>
              <a:rPr sz="1400"/>
              <a:t>Upstream: https://github.com/nicedoc/angular-point-of-sale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ANGULAR_POINT_OF_SALE.</a:t>
            </a:r>
          </a:p>
          <a:p>
            <a:r>
              <a:rPr sz="1400"/>
              <a:t>Angular-based POS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ANGULAR_POINT_OF_SALE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